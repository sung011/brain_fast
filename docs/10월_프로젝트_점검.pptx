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표지. 한 문장으로 목적을 말하고 바로 목차로 넘긴다.</a:t>
            </a:r>
          </a:p>
          <a:p>
            <a:r>
              <a:t>정확도 숫자는 저장소에 없으므로 말하지 않는다.</a:t>
            </a:r>
          </a:p>
          <a:p>
            <a:r>
              <a:t>분석 결과는 학습용 보조이고 진단이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계획서 원문은 저장소에 없다. 계획이라고 말하는 범위는 코드와 docs가 맡은 범위다.</a:t>
            </a:r>
          </a:p>
          <a:p>
            <a:r>
              <a:t>발표 순서를 평가 영역과 같게 두면, 듣는 사람이 배점 칸을 따라온다.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 문항: 기존에 정의한 MVP 범위 중 완료·부분 구현·미구현 기능을 명확히 구분해 제시하고, 계획 대비 구현 수준을 설명할 수 있는가.</a:t>
            </a:r>
          </a:p>
          <a:p/>
          <a:p>
            <a:r>
              <a:t>말하는 점: 완료는 학습 등록부터 관리자 확인까지와 뇌 CT 분석. MRI는 등록과 슬라이스 선택까지만. 흉부·복부·무릎·뇌 MRI 분석 패키지는 없다. docs/index.html에는 패키지를 만들 때 HTML을 추가한다고만 적혀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 문항: MVP의 핵심 기능이 계획한 수준으로 구현되어 서비스의 목적을 달성할 수 있는가.</a:t>
            </a:r>
          </a:p>
          <a:p/>
          <a:p>
            <a:r>
              <a:t>다섯 단계가 화면에서 끊기지 않는다는 점이 이 항목의 답이다. 병명 채점은 AI가 아니고, ROI 채점만 모델 마스크를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 문항: 대표 사용자 시나리오에 따라 핵심 기능이 처음부터 끝까지 실제로 동작하는가.</a:t>
            </a:r>
          </a:p>
          <a:p/>
          <a:p>
            <a:r>
              <a:t>시연 경로는 이 여섯 단계만 간다. 시간이 남으면 같은 영상을 / 에서 열어 출혈 점수, overlay, 한국어 설명을 이어서 보여 준다. 그 화면은 대표 시나리오의 본편이 아니라 여유 시간용이다.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 문항: 시연 과정에서 실제 입력에 따른 처리 결과를 명확히 확인할 수 있으며, 화면·출력·처리 데이터 등 적절한 근거를 통해 구현 결과를 확인할 수 있는가. 별도 반복·비교 테스트 없이 준비된 시연 환경 기준으로 판단.</a:t>
            </a:r>
          </a:p>
          <a:p/>
          <a:p>
            <a:r>
              <a:t>숫자 정확도를 보여 주지 않는다. 입력 옆에 결과가 보이면 이 항목은 닫힌다.</a:t>
            </a:r>
          </a:p>
          <a:p>
            <a:r>
              <a:t>LOAD_MODELS_ON_STARTUP 기본값은 꺼져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 문항: 프로젝트에서 정의한 AI 기능이 서비스 흐름에 실제로 적용되어 작동하는가.</a:t>
            </a:r>
          </a:p>
          <a:p/>
          <a:p>
            <a:r>
              <a:t>분류와 위치는 뇌 CT 분석과 ROI 채점에서 호출된다. 문장 기본 백엔드는 API(google/medgemma-1.5-4b-it)이고, 실패하면 template 점수 요약으로 바뀐다. 로컬 모델은 세 번째 갈래다. 병명 제출은 문자열 비교다.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 문항: AI 기능의 결과를 프로젝트 특성에 적합한 방법으로 검증하고, 검증 결과의 의미와 한계를 합리적으로 설명할 수 있는가.</a:t>
            </a:r>
          </a:p>
          <a:p/>
          <a:p>
            <a:r>
              <a:t>pytest에는 병명 채점(test_review_disease)과 로그 보관(test_log_retention)도 있다. 슬라이드에는 점검 문서에 적힌 범위만 올렸다. 임상 성능 숫자를 즉석에서 만들지 않는다. 그게 한계를 정직하게 말하는 답이다.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 문항: 구현 과정의 주요 변경 사항과 그 사유가 충실히 기록되어 있고, 설계 문서가 실제 구현 결과와 일치하는가.</a:t>
            </a:r>
          </a:p>
          <a:p/>
          <a:p>
            <a:r>
              <a:t>설계와 코드의 대응은 말할 수 있다. 회의에서 실제로 바뀐 항목은 이 노란 칸에 팀이 채운다. 이유를 적지 않은 변경 목록은 이 배점을 약하게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 문항: 주요 이슈에 대해 원인, 대응 방법, 결과를 제시하고, 멘토링 피드백을 포함한 개선 의견에 합리적인 판단 근거를 설명할 수 있는가.</a:t>
            </a:r>
          </a:p>
          <a:p/>
          <a:p>
            <a:r>
              <a:t>로그인 POST /login 은 성공과 401 모두에 개발 확인용 값을 돌려준다. 입력한 비밀번호, 다시 만든 해시, DB 해시, 일치 여부가 들어 있다. 발표 전에 routers/commonness.py 에서 이 블록을 뺀다. 슬라이드에는 필드 이름을 적지 않았다.</a:t>
            </a:r>
          </a:p>
          <a:p>
            <a:r>
              <a:t>멘토가 준 다른 피드백이 있으면 같은 표에 원인 / 대응 / 판단을 한 줄씩 추가한다.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 문항: MVP 구현 범위, 핵심 기능, AI 적용 내용, 시연 결과를 명확하게 설명하고 전달하는가. 발표 스킬이나 자료 디자인이 아닌 내용 전달의 명확성 기준.</a:t>
            </a:r>
          </a:p>
          <a:p/>
          <a:p>
            <a:r>
              <a:t>네 문장을 먼저 읽고, 그다음 슬라이드로 근거를 보여 준다. 임상 성능 숫자를 묻는 질문에는 저장소에 없고, 규칙과 한계만 말한다고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show=0 으로 숨겨 두었다. 슬라이드 쇼에는 나오지 않는다.</a:t>
            </a:r>
          </a:p>
          <a:p>
            <a:r>
              <a:t>로그인 응답에서 뺄 것: plain_pw, hashed_pw, db_user_pw, pw_match. 성공 응답과 401 detail 양쪽이다. routers/commonness.py 의 login_post.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11월 4일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10월 프로젝트 점검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71800"/>
            <a:ext cx="1234440" cy="41148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뇌 CT 학습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947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5DEE2"/>
                </a:solidFill>
                <a:latin typeface="Apple SD Gothic Neo"/>
                <a:ea typeface="Apple SD Gothic Neo"/>
                <a:cs typeface="Apple SD Gothic Neo"/>
              </a:rPr>
              <a:t>학습자가 영상을 풀고, 그 결과가 관리자에게 남는다.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1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8338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5DEE2"/>
                </a:solidFill>
                <a:latin typeface="Apple SD Gothic Neo"/>
                <a:ea typeface="Apple SD Gothic Neo"/>
                <a:cs typeface="Apple SD Gothic Neo"/>
              </a:rPr>
              <a:t>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8990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8338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5DEE2"/>
                </a:solidFill>
                <a:latin typeface="Apple SD Gothic Neo"/>
                <a:ea typeface="Apple SD Gothic Neo"/>
                <a:cs typeface="Apple SD Gothic Neo"/>
              </a:rPr>
              <a:t>시연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608990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8338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5DEE2"/>
                </a:solidFill>
                <a:latin typeface="Apple SD Gothic Neo"/>
                <a:ea typeface="Apple SD Gothic Neo"/>
                <a:cs typeface="Apple SD Gothic Neo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608990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58338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5DEE2"/>
                </a:solidFill>
                <a:latin typeface="Apple SD Gothic Neo"/>
                <a:ea typeface="Apple SD Gothic Neo"/>
                <a:cs typeface="Apple SD Gothic Neo"/>
              </a:rPr>
              <a:t>정합성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608990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8338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5DEE2"/>
                </a:solidFill>
                <a:latin typeface="Apple SD Gothic Neo"/>
                <a:ea typeface="Apple SD Gothic Neo"/>
                <a:cs typeface="Apple SD Gothic Neo"/>
              </a:rPr>
              <a:t>이슈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608990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58338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5DEE2"/>
                </a:solidFill>
                <a:latin typeface="Apple SD Gothic Neo"/>
                <a:ea typeface="Apple SD Gothic Neo"/>
                <a:cs typeface="Apple SD Gothic Neo"/>
              </a:rPr>
              <a:t>전달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08990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발표 순서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01168"/>
            <a:ext cx="1481328" cy="329184"/>
          </a:xfrm>
          <a:prstGeom prst="roundRect">
            <a:avLst>
              <a:gd name="adj" fmla="val 40000"/>
            </a:avLst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1945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100점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평가 항목 순서로 말한다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92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배점 100. 각 슬라이드가 항목 하나를 닫는다.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10972"/>
          </a:xfrm>
          <a:prstGeom prst="rect">
            <a:avLst/>
          </a:prstGeom>
          <a:solidFill>
            <a:srgbClr val="E3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학습용 보조이며 진단이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2  /  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536192"/>
            <a:ext cx="111831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70078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627632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MVP 구현 범위 및 완성도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901952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현황 10  ·  핵심 기능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70078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25점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322576"/>
            <a:ext cx="111831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48716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414016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대표 시나리오 시연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688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동작 15  ·  결과 확인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4871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25점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108960"/>
            <a:ext cx="111831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2735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200400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AI 기능 적용 및 결과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47472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적용 10  ·  검증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2735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20점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895344"/>
            <a:ext cx="111831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059935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986783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설계–구현 정합성 및 변경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26110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변경 기록과 설계·코드 일치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059935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10점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681728"/>
            <a:ext cx="111831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8463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773168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이슈 대응 및 피드백 반영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04748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원인, 대응, 남은 판단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8463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10점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468112"/>
            <a:ext cx="111831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632703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559551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발표 전달력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833872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범위 · 기능 · AI · 시연 결과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632703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10점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MVP 구현 범위 및 완성도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01168"/>
            <a:ext cx="1481328" cy="329184"/>
          </a:xfrm>
          <a:prstGeom prst="roundRect">
            <a:avLst>
              <a:gd name="adj" fmla="val 40000"/>
            </a:avLst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1945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MVP 범위 대비 구현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92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완료 · 부분 · 미구현을 나누고, 계획 대비 수준을 말한다.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10972"/>
          </a:xfrm>
          <a:prstGeom prst="rect">
            <a:avLst/>
          </a:prstGeom>
          <a:solidFill>
            <a:srgbClr val="E3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학습용 보조이며 진단이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3  /  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554480"/>
            <a:ext cx="363931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554480"/>
            <a:ext cx="3639312" cy="457200"/>
          </a:xfrm>
          <a:prstGeom prst="rect">
            <a:avLst/>
          </a:prstGeom>
          <a:solidFill>
            <a:srgbClr val="1B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64592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19456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뇌 CT 화면 분석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학습 문제 · 병명 채점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ROI 채점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오늘 학습 현황 · 오답 · 기록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관리자 회원 · 스터디 · 팝업 · Q&amp;A · 리뷰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Object Storage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554480"/>
            <a:ext cx="363931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554480"/>
            <a:ext cx="3639312" cy="457200"/>
          </a:xfrm>
          <a:prstGeom prst="rect">
            <a:avLst/>
          </a:prstGeom>
          <a:solidFill>
            <a:srgbClr val="8A5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64592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219456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MRI 문제 등록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MRI 슬라이스 선택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MRI 전용 분석 모델은 없음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554480"/>
            <a:ext cx="363931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554480"/>
            <a:ext cx="3639312" cy="457200"/>
          </a:xfrm>
          <a:prstGeom prst="rect">
            <a:avLst/>
          </a:prstGeom>
          <a:solidFill>
            <a:srgbClr val="8C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164592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미구현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19456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흉부 분석 패키지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복부 분석 패키지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무릎 분석 패키지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뇌 MRI 분석 패키지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521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완료는 학습 루프와 뇌 CT 분석이다. 다른 부위 분석은 이후 범위다.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계획서 원문은 없다. 위 구분은 코드와 docs가 맡은 범위다.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MVP 구현 범위 및 완성도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01168"/>
            <a:ext cx="1481328" cy="329184"/>
          </a:xfrm>
          <a:prstGeom prst="roundRect">
            <a:avLst>
              <a:gd name="adj" fmla="val 40000"/>
            </a:avLst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1945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핵심 기능 구현 수준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92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핵심 기능이 서비스 목적까지 닿아 있는가.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10972"/>
          </a:xfrm>
          <a:prstGeom prst="rect">
            <a:avLst/>
          </a:prstGeom>
          <a:solidFill>
            <a:srgbClr val="E3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학습용 보조이며 진단이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4  /  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536192"/>
            <a:ext cx="11183112" cy="566928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664208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목적    학습자가 영상을 풀고, 그 결과가 관리자에게 남는다.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2340864"/>
            <a:ext cx="438912" cy="438912"/>
          </a:xfrm>
          <a:prstGeom prst="ellipse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414016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228600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문제 등록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30428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이미지가 Object Storage에 올라가고 study 행이 생긴다.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3127248"/>
            <a:ext cx="438912" cy="438912"/>
          </a:xfrm>
          <a:prstGeom prst="ellipse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200400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072384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문제 받기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090672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문제 1건. 제출 전에는 정답 병명을 받지 않는다.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" y="3913632"/>
            <a:ext cx="438912" cy="438912"/>
          </a:xfrm>
          <a:prstGeom prst="ellipse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86784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85876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채점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877056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병명은 DB 정답과 비교. ROI는 모델 영역과 겹침으로 판정.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" y="4700016"/>
            <a:ext cx="438912" cy="438912"/>
          </a:xfrm>
          <a:prstGeom prst="ellipse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773168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464515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6634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채점 이미지와 기록. 오늘 시간 · 문제 수 · 정답률을 부위별로.</a:t>
            </a:r>
          </a:p>
        </p:txBody>
      </p:sp>
      <p:sp>
        <p:nvSpPr>
          <p:cNvPr id="30" name="Oval 29"/>
          <p:cNvSpPr/>
          <p:nvPr/>
        </p:nvSpPr>
        <p:spPr>
          <a:xfrm>
            <a:off x="566928" y="5486400"/>
            <a:ext cx="438912" cy="438912"/>
          </a:xfrm>
          <a:prstGeom prst="ellipse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559552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5431536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관리자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449824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회원 · 리뷰 · 스터디 · 팝업 · Q&amp;A 목록이 SSE로 갱신된다.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대표 시나리오 시연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01168"/>
            <a:ext cx="1481328" cy="329184"/>
          </a:xfrm>
          <a:prstGeom prst="roundRect">
            <a:avLst>
              <a:gd name="adj" fmla="val 40000"/>
            </a:avLst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1945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대표 시나리오 동작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92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뇌 CT 문제의 ROI 제출이 등록부터 관리자 확인까지 이어지는가.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10972"/>
          </a:xfrm>
          <a:prstGeom prst="rect">
            <a:avLst/>
          </a:prstGeom>
          <a:solidFill>
            <a:srgbClr val="E3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학습용 보조이며 진단이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5  /  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554480"/>
            <a:ext cx="363931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1755648"/>
            <a:ext cx="384048" cy="384048"/>
          </a:xfrm>
          <a:prstGeom prst="ellipse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1051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" y="179222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문제 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331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/admin/study/create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뇌 CT 문제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554480"/>
            <a:ext cx="363931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755648"/>
            <a:ext cx="384048" cy="384048"/>
          </a:xfrm>
          <a:prstGeom prst="ellipse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81051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179222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문제 수신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2331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학습자가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문제 1건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554480"/>
            <a:ext cx="363931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75320" y="1755648"/>
            <a:ext cx="384048" cy="384048"/>
          </a:xfrm>
          <a:prstGeom prst="ellipse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81051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179222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ROI 제출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2331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박스 또는 원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/learning/roi-grade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429000"/>
            <a:ext cx="363931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68503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7864" y="366674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판정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206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정답 · 부분정답 · 오답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색 overlay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429000"/>
            <a:ext cx="363931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80560" y="3630168"/>
            <a:ext cx="384048" cy="384048"/>
          </a:xfrm>
          <a:prstGeom prst="ellipse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368503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366674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저장 · 리뷰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4206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채점 이미지 저장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관리자 리뷰 갱신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429000"/>
            <a:ext cx="363931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5320" y="3630168"/>
            <a:ext cx="384048" cy="384048"/>
          </a:xfrm>
          <a:prstGeom prst="ellipse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368503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366674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오늘 학습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8" y="4206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/learning/today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문제 수 · 정답률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39496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559552"/>
            <a:ext cx="106984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시간이 남으면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같은 영상을  /  에서 열어 출혈 점수, overlay, 한국어 설명을 이어서 보여 준다.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대표 시나리오 시연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01168"/>
            <a:ext cx="1481328" cy="329184"/>
          </a:xfrm>
          <a:prstGeom prst="roundRect">
            <a:avLst>
              <a:gd name="adj" fmla="val 40000"/>
            </a:avLst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1945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시연 결과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92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입력과 결과를 한 화면에 같이 두면 된다. 별도 반복 테스트는 기준이 아니다.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10972"/>
          </a:xfrm>
          <a:prstGeom prst="rect">
            <a:avLst/>
          </a:prstGeom>
          <a:solidFill>
            <a:srgbClr val="E3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학습용 보조이며 진단이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6  / 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72768"/>
            <a:ext cx="11183112" cy="438912"/>
          </a:xfrm>
          <a:prstGeom prst="rect">
            <a:avLst/>
          </a:prstGeom>
          <a:solidFill>
            <a:srgbClr val="14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6459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6459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확인할 결과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11680"/>
            <a:ext cx="1118311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19456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문제 이미지 파일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194560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Object Storage 경로, study 목록에 1건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24912"/>
            <a:ext cx="11183112" cy="713232"/>
          </a:xfrm>
          <a:prstGeom prst="rect">
            <a:avLst/>
          </a:prstGeom>
          <a:solidFill>
            <a:srgbClr val="F3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907792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ROI 좌표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907792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판정 문구, IoU · 포함률, overlay 이미지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438144"/>
            <a:ext cx="1118311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621024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같은 사용자로 오늘 조회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621024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부위별 문제 수 · 정답률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51376"/>
            <a:ext cx="11183112" cy="713232"/>
          </a:xfrm>
          <a:prstGeom prst="rect">
            <a:avLst/>
          </a:prstGeom>
          <a:solidFill>
            <a:srgbClr val="F3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334256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관리자 리뷰 화면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334256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방금 제출이 목록에 추가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0292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시연 전에 확인할 것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DB, Object Storage, Hugging Face 가중치 다운로드.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모델은 첫 요청 때 불러온다. 발표 직전에 한 번 실행해 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AI 기능 적용 및 결과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01168"/>
            <a:ext cx="1481328" cy="329184"/>
          </a:xfrm>
          <a:prstGeom prst="roundRect">
            <a:avLst>
              <a:gd name="adj" fmla="val 40000"/>
            </a:avLst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1945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AI 기능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92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정의한 AI가 화면 분석과 ROI 채점 안에서 실제로 호출되는가.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10972"/>
          </a:xfrm>
          <a:prstGeom prst="rect">
            <a:avLst/>
          </a:prstGeom>
          <a:solidFill>
            <a:srgbClr val="E3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학습용 보조이며 진단이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7  /  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572768"/>
            <a:ext cx="3639312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572768"/>
            <a:ext cx="3639312" cy="91440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분류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267712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출혈 6클래스와 생식세포종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0175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ConvNeXt-Base와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EfficientNetV2-M의 평균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572768"/>
            <a:ext cx="3639312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572768"/>
            <a:ext cx="3639312" cy="91440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위치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267712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Grad-CAM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30175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모델이 본 영역을 색칠하고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그 영역을 ROI 기준으로 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572768"/>
            <a:ext cx="3639312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572768"/>
            <a:ext cx="3639312" cy="91440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문장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2267712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MedGemma 1.5 4B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30175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한국어 설명.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API가 없으면 점수 요약 문장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645152"/>
            <a:ext cx="11183112" cy="105156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28032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5610"/>
                </a:solidFill>
                <a:latin typeface="Apple SD Gothic Neo"/>
                <a:ea typeface="Apple SD Gothic Neo"/>
                <a:cs typeface="Apple SD Gothic Neo"/>
              </a:rPr>
              <a:t>병명 채점은 AI가 아니다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DB에 저장한 정답 문자열과 비교한다.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AI 기능 적용 및 결과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01168"/>
            <a:ext cx="1481328" cy="329184"/>
          </a:xfrm>
          <a:prstGeom prst="roundRect">
            <a:avLst>
              <a:gd name="adj" fmla="val 40000"/>
            </a:avLst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1945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AI 결과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92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검증이 무엇을 보여 주는지, 어디가 한계인지를 같이 말한다.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10972"/>
          </a:xfrm>
          <a:prstGeom prst="rect">
            <a:avLst/>
          </a:prstGeom>
          <a:solidFill>
            <a:srgbClr val="E3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학습용 보조이며 진단이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8  / 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solidFill>
            <a:srgbClr val="14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664208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4" y="166420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하는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1664208"/>
            <a:ext cx="4069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029968"/>
            <a:ext cx="1118311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3408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pytest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231136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학습 현황, 팝업, MRI 슬라이드 등록,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슬라이스 선택, 저장 경로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231136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C3E36"/>
                </a:solidFill>
                <a:latin typeface="Apple SD Gothic Neo"/>
                <a:ea typeface="Apple SD Gothic Neo"/>
                <a:cs typeface="Apple SD Gothic Neo"/>
              </a:rPr>
              <a:t>모델 정확도는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8C3E36"/>
                </a:solidFill>
                <a:latin typeface="Apple SD Gothic Neo"/>
                <a:ea typeface="Apple SD Gothic Neo"/>
                <a:cs typeface="Apple SD Gothic Neo"/>
              </a:rPr>
              <a:t>측정하지 않음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81528"/>
            <a:ext cx="11183112" cy="1051560"/>
          </a:xfrm>
          <a:prstGeom prst="rect">
            <a:avLst/>
          </a:prstGeom>
          <a:solidFill>
            <a:srgbClr val="F3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3924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ROI 규칙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282696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IoU, 포함률, 중심 거리로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정답 · 부분정답 · 오답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282696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C3E36"/>
                </a:solidFill>
                <a:latin typeface="Apple SD Gothic Neo"/>
                <a:ea typeface="Apple SD Gothic Neo"/>
                <a:cs typeface="Apple SD Gothic Neo"/>
              </a:rPr>
              <a:t>기준은 의사 표시가 아니라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8C3E36"/>
                </a:solidFill>
                <a:latin typeface="Apple SD Gothic Neo"/>
                <a:ea typeface="Apple SD Gothic Neo"/>
                <a:cs typeface="Apple SD Gothic Neo"/>
              </a:rPr>
              <a:t>모델 마스크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33087"/>
            <a:ext cx="1118311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443983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안내 문구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334255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결과는 학습 보조.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최종 판단은 의사에게 있음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334255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C3E36"/>
                </a:solidFill>
                <a:latin typeface="Apple SD Gothic Neo"/>
                <a:ea typeface="Apple SD Gothic Neo"/>
                <a:cs typeface="Apple SD Gothic Neo"/>
              </a:rPr>
              <a:t>민감도 · 특이도 숫자는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8C3E36"/>
                </a:solidFill>
                <a:latin typeface="Apple SD Gothic Neo"/>
                <a:ea typeface="Apple SD Gothic Neo"/>
                <a:cs typeface="Apple SD Gothic Neo"/>
              </a:rPr>
              <a:t>저장소에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303520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발표에서는 규칙이 코드에 있다는 점까지만 말한다.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성능 숫자는 만들지 않는다.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설계–구현 정합성 및 변경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01168"/>
            <a:ext cx="1481328" cy="329184"/>
          </a:xfrm>
          <a:prstGeom prst="roundRect">
            <a:avLst>
              <a:gd name="adj" fmla="val 40000"/>
            </a:avLst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1945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주요 변경 사항 기록 · 정합성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92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설계 문서가 코드와 맞고, 바뀐 이유의 자리가 있는가.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10972"/>
          </a:xfrm>
          <a:prstGeom prst="rect">
            <a:avLst/>
          </a:prstGeom>
          <a:solidFill>
            <a:srgbClr val="E3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학습용 보조이며 진단이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9  /  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536192"/>
            <a:ext cx="37947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700784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설계가 있는 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194560"/>
            <a:ext cx="338328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요청 순서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AGENTS.md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docs/폴더구조_초보자가이드.md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4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기능 설명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docs/ HTML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docs/index.html 목록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1536192"/>
            <a:ext cx="72237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70078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코드에 남아 있는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157984"/>
            <a:ext cx="676656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1   분석은 class/brain/ 만. 다른 부위는 같은 파일 역할로 나중에.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2   등록은 파일마다 문제가 기본. 한 문제 슬라이드는 MRI만.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3   ROI는 CT 한 장과 MRI 슬라이스를 같은 API에서 받는다.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4   판독문은 API, 로컬 모델, 점수 요약 세 갈래.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5   이미지는 Object Storage. DB에는 공개 경로만.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3776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07492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A5610"/>
                </a:solidFill>
                <a:latin typeface="Apple SD Gothic Neo"/>
                <a:ea typeface="Apple SD Gothic Neo"/>
                <a:cs typeface="Apple SD Gothic Neo"/>
              </a:rPr>
              <a:t>날짜별 변경 일지는 저장소에 없다.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멘토 회의에서 바뀐 항목이 있으면 이유와 함께 이 칸에 한 줄씩 넣는다.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·   (날짜)  바뀐 점  —  이유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·   (날짜)  바뀐 점  —  이유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이슈 대응 및 피드백 반영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01168"/>
            <a:ext cx="1481328" cy="329184"/>
          </a:xfrm>
          <a:prstGeom prst="roundRect">
            <a:avLst>
              <a:gd name="adj" fmla="val 40000"/>
            </a:avLst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1945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이슈 대응 · 피드백 의사결정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92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원인, 지금 대응, 남은 판단을 한 줄로 말한다.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10972"/>
          </a:xfrm>
          <a:prstGeom prst="rect">
            <a:avLst/>
          </a:prstGeom>
          <a:solidFill>
            <a:srgbClr val="E3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학습용 보조이며 진단이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10  / 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17904"/>
            <a:ext cx="11183112" cy="384048"/>
          </a:xfrm>
          <a:prstGeom prst="rect">
            <a:avLst/>
          </a:prstGeom>
          <a:solidFill>
            <a:srgbClr val="14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581912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58191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58191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남은 판단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901952"/>
            <a:ext cx="1118311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75104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다른 부위 분석이 없음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분석 패키지는 뇌 CT만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04825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등록 · 풀이는 부위 값을 받아 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048256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다음 마일스톤에 패키지 추가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15184"/>
            <a:ext cx="11183112" cy="713232"/>
          </a:xfrm>
          <a:prstGeom prst="rect">
            <a:avLst/>
          </a:prstGeom>
          <a:solidFill>
            <a:srgbClr val="F3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688336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ROI 정답이 모델 마스크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DB에 의사 표시 영역이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7614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겹침 규칙으로 학습 채점을 우선 동작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76148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문제별 정답 영역을 저장해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28416"/>
            <a:ext cx="1118311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0156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첫 분석이 느림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시작 때 모델을 기본으로 안 불러옴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474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시연 전에 한 번 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4747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운영에서는 시작 시 로드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041648"/>
            <a:ext cx="11183112" cy="713232"/>
          </a:xfrm>
          <a:prstGeom prst="rect">
            <a:avLst/>
          </a:prstGeom>
          <a:solidFill>
            <a:srgbClr val="F3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114800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설명 문장이 외부 API에 의존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MedGemma 기본값이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18795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실패 시 점수 요약 문장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8795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시연은 요약 문장으로도 유지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754880"/>
            <a:ext cx="1118311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828032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로그인 개발용 확인 값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확인용 응답이 남아 있음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49011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시연 전에 제거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901184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발표 화면에는 두면 안 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57784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학습자 API는 세션 대신 user_idx를 받는다. 기록은 동작하고, 본인 확인은 이후 세션으로 바꾼다.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발표 전달력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01168"/>
            <a:ext cx="1481328" cy="329184"/>
          </a:xfrm>
          <a:prstGeom prst="roundRect">
            <a:avLst>
              <a:gd name="adj" fmla="val 40000"/>
            </a:avLst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1945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구현 결과 설명 · 전달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92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이 네 문장을 먼저 말하면 항목이 닫힌다. 디자인이 아니라 내용이 기준이다.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10972"/>
          </a:xfrm>
          <a:prstGeom prst="rect">
            <a:avLst/>
          </a:prstGeom>
          <a:solidFill>
            <a:srgbClr val="E3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학습용 보조이며 진단이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11  /  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554480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554480"/>
            <a:ext cx="91440" cy="1024128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68249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범위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9751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MVP는 학습 등록, 풀이, ROI 채점, 기록, 관리자 확인까지이고 뇌 CT 분석이 포함된다.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97480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697480"/>
            <a:ext cx="91440" cy="1024128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254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기능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181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핵심 기능은 그 흐름이 화면에서 끝까지 이어진다는 점이다.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40480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40480"/>
            <a:ext cx="91440" cy="1024128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684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611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AI는 분류, 위치 표시, 한국어 설명에 쓰인다. 병명 문자열 비교는 AI가 아니다.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83480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983480"/>
            <a:ext cx="91440" cy="1024128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114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시연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041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결과는 판정 문구, overlay, 저장된 리뷰, 오늘 학습 수치로 확인한다. 임상 성능 숫자는 아직 없다.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발표자용  ·  슬라이드 쇼에서는 숨김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01168"/>
            <a:ext cx="1481328" cy="329184"/>
          </a:xfrm>
          <a:prstGeom prst="roundRect">
            <a:avLst>
              <a:gd name="adj" fmla="val 40000"/>
            </a:avLst>
          </a:prstGeom>
          <a:solidFill>
            <a:srgbClr val="1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1945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시연 전에 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92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청중에게 넘기지 않는다. 슬라이드 쇼에도 포함하지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10972"/>
          </a:xfrm>
          <a:prstGeom prst="rect">
            <a:avLst/>
          </a:prstGeom>
          <a:solidFill>
            <a:srgbClr val="E3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학습용 보조이며 진단이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A72"/>
                </a:solidFill>
                <a:latin typeface="Apple SD Gothic Neo"/>
                <a:ea typeface="Apple SD Gothic Neo"/>
                <a:cs typeface="Apple SD Gothic Neo"/>
              </a:rPr>
              <a:t>비공개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572768"/>
            <a:ext cx="1118311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470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700784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환경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48256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DB, Object Storage, Hugging Face 가중치 다운로드를 확인한다.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88336"/>
            <a:ext cx="1118311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6265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16352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예열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163824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모델은 첫 요청 때 불러온다. 발표 직전에 분석과 ROI 채점을 한 번씩 실행한다.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03904"/>
            <a:ext cx="1118311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782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로그인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7939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개발용 비밀번호 확인 값을 로그인 응답에서 제거한 뒤 시연한다.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19472"/>
            <a:ext cx="1118311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937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6B64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4748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3A"/>
                </a:solidFill>
                <a:latin typeface="Apple SD Gothic Neo"/>
                <a:ea typeface="Apple SD Gothic Neo"/>
                <a:cs typeface="Apple SD Gothic Neo"/>
              </a:rPr>
              <a:t>말할 범위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94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42B"/>
                </a:solidFill>
                <a:latin typeface="Apple SD Gothic Neo"/>
                <a:ea typeface="Apple SD Gothic Neo"/>
                <a:cs typeface="Apple SD Gothic Neo"/>
              </a:rPr>
              <a:t>완료된 학습 루프와 뇌 CT만 보여 준다. 없는 부위 분석을 시연하지 않는다.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10월 프로젝트 점검</dc:title>
  <dc:subject>11월 4일 발표 기초 자료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평가표 순서</cp:category>
</cp:coreProperties>
</file>